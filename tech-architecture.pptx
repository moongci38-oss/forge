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1" i="0" u="none" strike="noStrike">
                <a:solidFill>
                  <a:srgbClr val="1E293B"/>
                </a:solidFill>
                <a:latin typeface="Arial"/>
              </a:rPr>
              <a:t>P95 Latency by Service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Latency (ms)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Auth API</c:v>
                  </c:pt>
                  <c:pt idx="1">
                    <c:v>User Svc</c:v>
                  </c:pt>
                  <c:pt idx="2">
                    <c:v>Order Svc</c:v>
                  </c:pt>
                  <c:pt idx="3">
                    <c:v>Payment</c:v>
                  </c:pt>
                  <c:pt idx="4">
                    <c:v>Notif</c:v>
                  </c:pt>
                  <c:pt idx="5">
                    <c:v>Search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88</c:v>
                </c:pt>
                <c:pt idx="2">
                  <c:v>148</c:v>
                </c:pt>
                <c:pt idx="3">
                  <c:v>210</c:v>
                </c:pt>
                <c:pt idx="4">
                  <c:v>62</c:v>
                </c:pt>
                <c:pt idx="5">
                  <c:v>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286000" cy="2926080"/>
          </a:xfrm>
          <a:prstGeom prst="rect">
            <a:avLst/>
          </a:prstGeom>
          <a:solidFill>
            <a:srgbClr val="162847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70432"/>
            <a:ext cx="2286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1920240" cy="18288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11096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1051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(React)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" y="2532888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4323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(iOS / Android)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154680"/>
            <a:ext cx="100584" cy="1005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0540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/ Edge Cache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1170432"/>
            <a:ext cx="2286000" cy="2926080"/>
          </a:xfrm>
          <a:prstGeom prst="rect">
            <a:avLst/>
          </a:prstGeom>
          <a:solidFill>
            <a:srgbClr val="162847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170432"/>
            <a:ext cx="2286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1664208"/>
            <a:ext cx="1920240" cy="18288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84448" y="1911096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181051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84448" y="2532888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24323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584448" y="3154680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30540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84448" y="3776472"/>
            <a:ext cx="100584" cy="1005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367588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170432"/>
            <a:ext cx="2286000" cy="2926080"/>
          </a:xfrm>
          <a:prstGeom prst="rect">
            <a:avLst/>
          </a:prstGeom>
          <a:solidFill>
            <a:srgbClr val="16284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170432"/>
            <a:ext cx="2286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1664208"/>
            <a:ext cx="1920240" cy="18288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1911096"/>
            <a:ext cx="100584" cy="1005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181051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(Primary)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19088" y="2532888"/>
            <a:ext cx="100584" cy="1005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24323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19088" y="3154680"/>
            <a:ext cx="100584" cy="1005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305409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(S3)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871216" y="2633472"/>
            <a:ext cx="43891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3824" y="25054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71216" y="2889504"/>
            <a:ext cx="4389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2871216" y="27614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05856" y="2633472"/>
            <a:ext cx="43891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98464" y="25054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05856" y="2889504"/>
            <a:ext cx="4389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5705856" y="27614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8912" y="4297680"/>
            <a:ext cx="1984248" cy="530352"/>
          </a:xfrm>
          <a:prstGeom prst="rect">
            <a:avLst/>
          </a:prstGeom>
          <a:solidFill>
            <a:srgbClr val="16284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8912" y="4297680"/>
            <a:ext cx="1984248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435254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438912" y="460857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32888" y="4297680"/>
            <a:ext cx="1984248" cy="530352"/>
          </a:xfrm>
          <a:prstGeom prst="rect">
            <a:avLst/>
          </a:prstGeom>
          <a:solidFill>
            <a:srgbClr val="16284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532888" y="4297680"/>
            <a:ext cx="1984248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32888" y="435254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&lt;150ms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2532888" y="460857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26864" y="4297680"/>
            <a:ext cx="1984248" cy="530352"/>
          </a:xfrm>
          <a:prstGeom prst="rect">
            <a:avLst/>
          </a:prstGeom>
          <a:solidFill>
            <a:srgbClr val="16284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26864" y="4297680"/>
            <a:ext cx="1984248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26864" y="435254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4626864" y="460857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20840" y="4297680"/>
            <a:ext cx="1984248" cy="530352"/>
          </a:xfrm>
          <a:prstGeom prst="rect">
            <a:avLst/>
          </a:prstGeom>
          <a:solidFill>
            <a:srgbClr val="162847"/>
          </a:solidFill>
          <a:ln w="1016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20840" y="4297680"/>
            <a:ext cx="1984248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435254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6720840" y="4608576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— from client to data store and back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408176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624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19072" y="1700784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1572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1298448"/>
            <a:ext cx="1408176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13624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/ LB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93392" y="171907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Edge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38144" y="1700784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1572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12464" y="1298448"/>
            <a:ext cx="1408176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2464" y="13624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12464" y="171907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Rate Limit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57216" y="1700784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572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31536" y="1298448"/>
            <a:ext cx="1408176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31536" y="13624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31536" y="171907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700784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572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50608" y="1298448"/>
            <a:ext cx="1408176" cy="8046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50608" y="13624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DB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171907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PostgreSQL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340864"/>
            <a:ext cx="8595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74320" y="2395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 Response returned through same path  (cache-first → fallback to DB)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255264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255264"/>
            <a:ext cx="54864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Ingress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0624" y="3657600"/>
            <a:ext cx="1773936" cy="18288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3730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HTTPS enforced (TLS 1.3)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0624" y="399592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DDoS protection at edge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0624" y="426110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Geographic load balancing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414016" y="3255264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14016" y="3255264"/>
            <a:ext cx="54864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Auth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0" y="3657600"/>
            <a:ext cx="1773936" cy="18288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3730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JWT validation at gateway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60320" y="399592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Role-based access control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560320" y="426110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Token refresh centrally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53712" y="3255264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53712" y="3255264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Processing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00016" y="3657600"/>
            <a:ext cx="1773936" cy="18288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3730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Stateless microservices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00016" y="399592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Async events via MQ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00016" y="426110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Circuit-breaker pattern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93408" y="3255264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693408" y="3255264"/>
            <a:ext cx="54864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9712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Persistence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39712" y="3657600"/>
            <a:ext cx="1773936" cy="18288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39712" y="373075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Write-through cache strategy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839712" y="399592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DB connection pooling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39712" y="426110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 replicas for scale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Three-environment pipeline — Dev → Staging →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" y="1170432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170432"/>
            <a:ext cx="54864" cy="3291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07592"/>
            <a:ext cx="6583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075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5331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1627632"/>
            <a:ext cx="2377440" cy="18288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92224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7922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🗄️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2860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PostgreSQL + Redis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779776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7797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(Vite / NX)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273552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2735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external APIs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67328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7673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Playwright tests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" y="4114800"/>
            <a:ext cx="2596896" cy="347472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1148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·  Branch per feature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1170432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1170432"/>
            <a:ext cx="54864" cy="3291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6432" y="1307592"/>
            <a:ext cx="65836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13075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69664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456432" y="1627632"/>
            <a:ext cx="2377440" cy="18288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56432" y="1792224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☸️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22192" y="17922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56432" y="2286000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643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☁️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22192" y="22860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Cloud-managed DB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56432" y="2779776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22192" y="27797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via GitLab Pipeline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456432" y="3273552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56432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🧪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22192" y="32735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+ E2E test suite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456432" y="3767328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🚩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22192" y="37673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(LaunchDarkly)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346704" y="4114800"/>
            <a:ext cx="2596896" cy="347472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38144" y="41148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prod  ·  Validation gate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08192" y="1170432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08192" y="1170432"/>
            <a:ext cx="54864" cy="3291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72784" y="1307592"/>
            <a:ext cx="658368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2784" y="13075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86016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272784" y="1627632"/>
            <a:ext cx="2377440" cy="18288"/>
          </a:xfrm>
          <a:prstGeom prst="rect">
            <a:avLst/>
          </a:prstGeom>
          <a:solidFill>
            <a:srgbClr val="D1E5F0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1792224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☸️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38544" y="17922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HPA auto-scaling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272784" y="2286000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🗄️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638544" y="22860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DB cluster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272784" y="2779776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72784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🚀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638544" y="27797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272784" y="3273552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72784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🔵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638544" y="32735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/ Blue-Green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272784" y="3767328"/>
            <a:ext cx="292608" cy="292608"/>
          </a:xfrm>
          <a:prstGeom prst="ellipse">
            <a:avLst/>
          </a:prstGeom>
          <a:solidFill>
            <a:srgbClr val="F2F7FB"/>
          </a:solidFill>
          <a:ln w="12700">
            <a:solidFill>
              <a:srgbClr val="D1E5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72784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🔔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638544" y="37673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PagerDuty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163056" y="4114800"/>
            <a:ext cx="2596896" cy="347472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411480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 ·  SLA 99.9%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4754880"/>
            <a:ext cx="15240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" y="4754880"/>
            <a:ext cx="1487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Commit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524000" y="4754880"/>
            <a:ext cx="15240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60576" y="4754880"/>
            <a:ext cx="1487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Lint + Test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048000" y="4754880"/>
            <a:ext cx="15240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84576" y="4754880"/>
            <a:ext cx="1487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Image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572000" y="4754880"/>
            <a:ext cx="15240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08576" y="4754880"/>
            <a:ext cx="1487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Push Registry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096000" y="4754880"/>
            <a:ext cx="15240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32576" y="4754880"/>
            <a:ext cx="1487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 (Helm)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620000" y="4754880"/>
            <a:ext cx="152400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56576" y="4754880"/>
            <a:ext cx="1487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Health Check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 — Metrics · Logs · Traces · Alerts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0896" y="1170432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0896" y="1170432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04288"/>
            <a:ext cx="1956816" cy="54864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280160"/>
            <a:ext cx="402336" cy="402336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1243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0116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90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2304" y="1170432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2304" y="1170432"/>
            <a:ext cx="54864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2304288"/>
            <a:ext cx="1956816" cy="54864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280160"/>
            <a:ext cx="402336" cy="402336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17520" y="1243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60320" y="17373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20116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53712" y="1170432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53712" y="1170432"/>
            <a:ext cx="54864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2304288"/>
            <a:ext cx="1956816" cy="54864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1280160"/>
            <a:ext cx="402336" cy="402336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38928" y="1243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81728" y="17373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81728" y="20116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/ total req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1170432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1170432"/>
            <a:ext cx="54864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2304288"/>
            <a:ext cx="1956816" cy="5486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1280160"/>
            <a:ext cx="402336" cy="402336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60336" y="1243584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4.2K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03136" y="17373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03136" y="20116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at peak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310896" y="2514600"/>
          <a:ext cx="5303520" cy="2450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5870448" y="2514600"/>
            <a:ext cx="2944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870448" y="2514600"/>
            <a:ext cx="54864" cy="5852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16752" y="2624328"/>
            <a:ext cx="347472" cy="347472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1675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437376" y="257860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437376" y="2825496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Dashboards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870448" y="3209544"/>
            <a:ext cx="2944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870448" y="3209544"/>
            <a:ext cx="54864" cy="5852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16752" y="3319272"/>
            <a:ext cx="347472" cy="347472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1675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437376" y="32735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Promtail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437376" y="352044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 Aggregation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870448" y="3904488"/>
            <a:ext cx="2944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870448" y="3904488"/>
            <a:ext cx="54864" cy="5852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016752" y="4014216"/>
            <a:ext cx="347472" cy="347472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016752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6437376" y="396849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/ Tempo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6437376" y="421538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(OTel)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870448" y="4599432"/>
            <a:ext cx="2944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5870448" y="4599432"/>
            <a:ext cx="54864" cy="5852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016752" y="4709160"/>
            <a:ext cx="347472" cy="347472"/>
          </a:xfrm>
          <a:prstGeom prst="ellipse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016752" y="4709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437376" y="466344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Sentry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6437376" y="491032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Error Tracking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5870448" y="5294376"/>
            <a:ext cx="2944368" cy="530352"/>
          </a:xfrm>
          <a:prstGeom prst="rect">
            <a:avLst/>
          </a:prstGeom>
          <a:solidFill>
            <a:srgbClr val="0F1E3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5870448" y="5294376"/>
            <a:ext cx="54864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016752" y="536752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&gt;500ms  |  Errors &gt;0.5%  |  CPU &gt;80%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Architecture</dc:title>
  <dc:subject>PptxGenJS Presentation</dc:subject>
  <dc:creator>damools</dc:creator>
  <cp:lastModifiedBy>damools</cp:lastModifiedBy>
  <cp:revision>1</cp:revision>
  <dcterms:created xsi:type="dcterms:W3CDTF">2026-03-27T11:19:11Z</dcterms:created>
  <dcterms:modified xsi:type="dcterms:W3CDTF">2026-03-27T11:19:11Z</dcterms:modified>
</cp:coreProperties>
</file>